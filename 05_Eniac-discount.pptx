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verage"/>
      <p:regular r:id="rId21"/>
    </p:embeddedFon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swald-regular.fntdata"/><Relationship Id="rId10" Type="http://schemas.openxmlformats.org/officeDocument/2006/relationships/slide" Target="slides/slide5.xml"/><Relationship Id="rId21" Type="http://schemas.openxmlformats.org/officeDocument/2006/relationships/font" Target="fonts/Averag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fc1655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fc1655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0a5c85d8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0a5c85d8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a5c85d8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0a5c85d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a5c85d88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a5c85d8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a5c85d88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a5c85d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0a5c85d8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0a5c85d8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a5c85d8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a5c85d8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0a5c85d88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0a5c85d88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Strategy not efficient on the long run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Discounts should be something special and not taken for granted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a5c85d8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a5c85d8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0a5c85d88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0a5c85d88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87185d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87185d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0a5c85d8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0a5c85d8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0a5c85d88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0a5c85d88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Eniac Discount Case</a:t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our discounts actually help the business or just eat our profits?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</a:rPr>
              <a:t>92,81</a:t>
            </a:r>
            <a:r>
              <a:rPr b="1" lang="en" sz="7200"/>
              <a:t> </a:t>
            </a:r>
            <a:r>
              <a:rPr b="1" lang="en" sz="7200">
                <a:solidFill>
                  <a:schemeClr val="dk1"/>
                </a:solidFill>
              </a:rPr>
              <a:t>%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products are discounted</a:t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Higher revenue with discounts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0200"/>
            <a:ext cx="8839202" cy="28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Discounts have huge impact on the revenue</a:t>
            </a:r>
            <a:endParaRPr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288" y="1052525"/>
            <a:ext cx="676142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raise in average units sold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925" y="1177050"/>
            <a:ext cx="477412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much discount on products that bring less revenue</a:t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63" y="1239775"/>
            <a:ext cx="8781473" cy="31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discounts bring most revenue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398" y="1084925"/>
            <a:ext cx="5335799" cy="371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Discounts too high and to many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targeted discounts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Aggressive discount strategy not efficient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Alternatives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loyalty programs and bundles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Seasonal &amp; overstock promotion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Limit discount on high margin product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discounts on Mondays and Fridays</a:t>
            </a:r>
            <a:r>
              <a:rPr lang="en"/>
              <a:t> </a:t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50" y="1100950"/>
            <a:ext cx="721882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discounts bring most revenue</a:t>
            </a:r>
            <a:endParaRPr/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88" y="1073975"/>
            <a:ext cx="784641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many high discounts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1375" y="548500"/>
            <a:ext cx="4082674" cy="39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Alarming discount distribution</a:t>
            </a:r>
            <a:endParaRPr/>
          </a:p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125" y="1128175"/>
            <a:ext cx="583335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Highest discounts on less expensive products</a:t>
            </a:r>
            <a:endParaRPr/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875" y="1074200"/>
            <a:ext cx="675764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